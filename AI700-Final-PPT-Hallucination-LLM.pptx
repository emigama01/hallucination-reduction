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4"/>
  </p:notesMasterIdLst>
  <p:sldIdLst>
    <p:sldId id="258" r:id="rId2"/>
    <p:sldId id="261" r:id="rId3"/>
    <p:sldId id="273" r:id="rId4"/>
    <p:sldId id="272" r:id="rId5"/>
    <p:sldId id="262" r:id="rId6"/>
    <p:sldId id="270" r:id="rId7"/>
    <p:sldId id="264" r:id="rId8"/>
    <p:sldId id="265" r:id="rId9"/>
    <p:sldId id="260" r:id="rId10"/>
    <p:sldId id="266" r:id="rId11"/>
    <p:sldId id="271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2"/>
    <p:restoredTop sz="93333" autoAdjust="0"/>
  </p:normalViewPr>
  <p:slideViewPr>
    <p:cSldViewPr snapToGrid="0" snapToObjects="1">
      <p:cViewPr varScale="1">
        <p:scale>
          <a:sx n="95" d="100"/>
          <a:sy n="95" d="100"/>
        </p:scale>
        <p:origin x="84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 Nacif El Alaoui" userId="69746eab-fe43-459f-a36f-cd87144df17e" providerId="ADAL" clId="{FD23A653-43BC-42C3-AD44-0AA15F2914BA}"/>
    <pc:docChg chg="modSld">
      <pc:chgData name="Reda Nacif El Alaoui" userId="69746eab-fe43-459f-a36f-cd87144df17e" providerId="ADAL" clId="{FD23A653-43BC-42C3-AD44-0AA15F2914BA}" dt="2026-01-16T17:52:30.945" v="44" actId="20577"/>
      <pc:docMkLst>
        <pc:docMk/>
      </pc:docMkLst>
      <pc:sldChg chg="modSp mod">
        <pc:chgData name="Reda Nacif El Alaoui" userId="69746eab-fe43-459f-a36f-cd87144df17e" providerId="ADAL" clId="{FD23A653-43BC-42C3-AD44-0AA15F2914BA}" dt="2026-01-16T17:52:30.945" v="44" actId="20577"/>
        <pc:sldMkLst>
          <pc:docMk/>
          <pc:sldMk cId="3237590156" sldId="258"/>
        </pc:sldMkLst>
        <pc:spChg chg="mod">
          <ac:chgData name="Reda Nacif El Alaoui" userId="69746eab-fe43-459f-a36f-cd87144df17e" providerId="ADAL" clId="{FD23A653-43BC-42C3-AD44-0AA15F2914BA}" dt="2026-01-16T17:52:30.945" v="44" actId="20577"/>
          <ac:spMkLst>
            <pc:docMk/>
            <pc:sldMk cId="3237590156" sldId="258"/>
            <ac:spMk id="9" creationId="{A2163CFA-8E03-DC47-AB89-020E49AEA15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4F5539-A4B2-4FEE-A14D-FA1C40DA1A0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453CB0-161B-4585-9690-EF5C96AC0561}">
      <dgm:prSet/>
      <dgm:spPr/>
      <dgm:t>
        <a:bodyPr/>
        <a:lstStyle/>
        <a:p>
          <a:r>
            <a:rPr lang="en-US"/>
            <a:t>Step 1</a:t>
          </a:r>
        </a:p>
      </dgm:t>
    </dgm:pt>
    <dgm:pt modelId="{FA693E23-FB71-4DFC-B4CC-0E8A44700A6B}" type="parTrans" cxnId="{F94392AE-4D3C-4412-B053-476917C9251E}">
      <dgm:prSet/>
      <dgm:spPr/>
      <dgm:t>
        <a:bodyPr/>
        <a:lstStyle/>
        <a:p>
          <a:endParaRPr lang="en-US"/>
        </a:p>
      </dgm:t>
    </dgm:pt>
    <dgm:pt modelId="{57C530ED-327E-4F53-9E8B-4490FF5CD35C}" type="sibTrans" cxnId="{F94392AE-4D3C-4412-B053-476917C9251E}">
      <dgm:prSet/>
      <dgm:spPr/>
      <dgm:t>
        <a:bodyPr/>
        <a:lstStyle/>
        <a:p>
          <a:endParaRPr lang="en-US"/>
        </a:p>
      </dgm:t>
    </dgm:pt>
    <dgm:pt modelId="{87A60A5B-482C-4AD5-A6E5-D153689F4441}">
      <dgm:prSet/>
      <dgm:spPr/>
      <dgm:t>
        <a:bodyPr/>
        <a:lstStyle/>
        <a:p>
          <a:endParaRPr lang="en-US" dirty="0"/>
        </a:p>
      </dgm:t>
    </dgm:pt>
    <dgm:pt modelId="{FF7B3691-CFFD-4F2B-89CB-CDC6A42A9117}" type="parTrans" cxnId="{48EA755B-F6D2-4E93-9AD7-44D32C32175B}">
      <dgm:prSet/>
      <dgm:spPr/>
      <dgm:t>
        <a:bodyPr/>
        <a:lstStyle/>
        <a:p>
          <a:endParaRPr lang="en-US"/>
        </a:p>
      </dgm:t>
    </dgm:pt>
    <dgm:pt modelId="{4CF983F8-A278-40BD-BC0D-C70610B1D870}" type="sibTrans" cxnId="{48EA755B-F6D2-4E93-9AD7-44D32C32175B}">
      <dgm:prSet/>
      <dgm:spPr/>
      <dgm:t>
        <a:bodyPr/>
        <a:lstStyle/>
        <a:p>
          <a:endParaRPr lang="en-US"/>
        </a:p>
      </dgm:t>
    </dgm:pt>
    <dgm:pt modelId="{D610ED89-638F-4716-BD0A-DF71726D5551}">
      <dgm:prSet/>
      <dgm:spPr/>
      <dgm:t>
        <a:bodyPr/>
        <a:lstStyle/>
        <a:p>
          <a:r>
            <a:rPr lang="en-US"/>
            <a:t>Step 2</a:t>
          </a:r>
        </a:p>
      </dgm:t>
    </dgm:pt>
    <dgm:pt modelId="{7FB1D790-10EA-4363-A918-FF0FD601558C}" type="parTrans" cxnId="{39B27E9D-4C8B-4AF5-A464-6508351846F1}">
      <dgm:prSet/>
      <dgm:spPr/>
      <dgm:t>
        <a:bodyPr/>
        <a:lstStyle/>
        <a:p>
          <a:endParaRPr lang="en-US"/>
        </a:p>
      </dgm:t>
    </dgm:pt>
    <dgm:pt modelId="{1D5951E0-348B-41B9-B98B-393B87F2D50A}" type="sibTrans" cxnId="{39B27E9D-4C8B-4AF5-A464-6508351846F1}">
      <dgm:prSet/>
      <dgm:spPr/>
      <dgm:t>
        <a:bodyPr/>
        <a:lstStyle/>
        <a:p>
          <a:endParaRPr lang="en-US"/>
        </a:p>
      </dgm:t>
    </dgm:pt>
    <dgm:pt modelId="{0D1E1E27-82CA-41D5-9B41-4CE86FAC852E}">
      <dgm:prSet/>
      <dgm:spPr/>
      <dgm:t>
        <a:bodyPr/>
        <a:lstStyle/>
        <a:p>
          <a:endParaRPr lang="en-US" dirty="0"/>
        </a:p>
      </dgm:t>
    </dgm:pt>
    <dgm:pt modelId="{8D890A82-9841-4427-BAD8-BB35D5CF0EA5}" type="parTrans" cxnId="{44421614-120A-4780-952D-54497DBB42ED}">
      <dgm:prSet/>
      <dgm:spPr/>
      <dgm:t>
        <a:bodyPr/>
        <a:lstStyle/>
        <a:p>
          <a:endParaRPr lang="en-US"/>
        </a:p>
      </dgm:t>
    </dgm:pt>
    <dgm:pt modelId="{08AB264C-69F7-4285-9E14-E43C11385752}" type="sibTrans" cxnId="{44421614-120A-4780-952D-54497DBB42ED}">
      <dgm:prSet/>
      <dgm:spPr/>
      <dgm:t>
        <a:bodyPr/>
        <a:lstStyle/>
        <a:p>
          <a:endParaRPr lang="en-US"/>
        </a:p>
      </dgm:t>
    </dgm:pt>
    <dgm:pt modelId="{CF4DC95C-4970-42B3-A322-496294BAE48D}">
      <dgm:prSet/>
      <dgm:spPr/>
      <dgm:t>
        <a:bodyPr/>
        <a:lstStyle/>
        <a:p>
          <a:r>
            <a:rPr lang="en-US"/>
            <a:t>Step 3</a:t>
          </a:r>
        </a:p>
      </dgm:t>
    </dgm:pt>
    <dgm:pt modelId="{16B00682-E294-46FB-B3F9-BC111E4135BC}" type="parTrans" cxnId="{61A13AEC-E7F6-4371-9B3C-D229F1D6B5C5}">
      <dgm:prSet/>
      <dgm:spPr/>
      <dgm:t>
        <a:bodyPr/>
        <a:lstStyle/>
        <a:p>
          <a:endParaRPr lang="en-US"/>
        </a:p>
      </dgm:t>
    </dgm:pt>
    <dgm:pt modelId="{ABFACD7A-CFAF-4862-BB02-AC2A480CB979}" type="sibTrans" cxnId="{61A13AEC-E7F6-4371-9B3C-D229F1D6B5C5}">
      <dgm:prSet/>
      <dgm:spPr/>
      <dgm:t>
        <a:bodyPr/>
        <a:lstStyle/>
        <a:p>
          <a:endParaRPr lang="en-US"/>
        </a:p>
      </dgm:t>
    </dgm:pt>
    <dgm:pt modelId="{FF331CDF-855B-4173-9A70-BF7C7C7A45AA}">
      <dgm:prSet/>
      <dgm:spPr/>
      <dgm:t>
        <a:bodyPr/>
        <a:lstStyle/>
        <a:p>
          <a:endParaRPr lang="en-US" dirty="0"/>
        </a:p>
      </dgm:t>
    </dgm:pt>
    <dgm:pt modelId="{0D12DB5C-BA05-47E4-B00C-F945B57C60F8}" type="parTrans" cxnId="{DB133841-4C22-43B9-9C8F-B0B0F1022A51}">
      <dgm:prSet/>
      <dgm:spPr/>
      <dgm:t>
        <a:bodyPr/>
        <a:lstStyle/>
        <a:p>
          <a:endParaRPr lang="en-US"/>
        </a:p>
      </dgm:t>
    </dgm:pt>
    <dgm:pt modelId="{B9F51368-D885-4CD4-9A93-689146EFA290}" type="sibTrans" cxnId="{DB133841-4C22-43B9-9C8F-B0B0F1022A51}">
      <dgm:prSet/>
      <dgm:spPr/>
      <dgm:t>
        <a:bodyPr/>
        <a:lstStyle/>
        <a:p>
          <a:endParaRPr lang="en-US"/>
        </a:p>
      </dgm:t>
    </dgm:pt>
    <dgm:pt modelId="{D032B980-8EA0-45C4-94CD-11681523ED9B}">
      <dgm:prSet/>
      <dgm:spPr/>
      <dgm:t>
        <a:bodyPr/>
        <a:lstStyle/>
        <a:p>
          <a:r>
            <a:rPr lang="en-US"/>
            <a:t>Step 4</a:t>
          </a:r>
        </a:p>
      </dgm:t>
    </dgm:pt>
    <dgm:pt modelId="{01EC26F4-0092-474A-A7DB-3061A1C71497}" type="parTrans" cxnId="{E844F8B4-2E87-409D-8D59-EF8A996CD68E}">
      <dgm:prSet/>
      <dgm:spPr/>
      <dgm:t>
        <a:bodyPr/>
        <a:lstStyle/>
        <a:p>
          <a:endParaRPr lang="en-US"/>
        </a:p>
      </dgm:t>
    </dgm:pt>
    <dgm:pt modelId="{148346F7-A47A-48D9-9326-7C1CBF78CEE7}" type="sibTrans" cxnId="{E844F8B4-2E87-409D-8D59-EF8A996CD68E}">
      <dgm:prSet/>
      <dgm:spPr/>
      <dgm:t>
        <a:bodyPr/>
        <a:lstStyle/>
        <a:p>
          <a:endParaRPr lang="en-US"/>
        </a:p>
      </dgm:t>
    </dgm:pt>
    <dgm:pt modelId="{A4127645-66A7-4D14-A962-F106C8024E5E}">
      <dgm:prSet/>
      <dgm:spPr/>
      <dgm:t>
        <a:bodyPr/>
        <a:lstStyle/>
        <a:p>
          <a:endParaRPr lang="en-US" dirty="0"/>
        </a:p>
      </dgm:t>
    </dgm:pt>
    <dgm:pt modelId="{1425AA94-0E14-4E88-859D-335681E52552}" type="parTrans" cxnId="{6DA8AE73-FEB7-45F1-BEA4-9095738EF64A}">
      <dgm:prSet/>
      <dgm:spPr/>
      <dgm:t>
        <a:bodyPr/>
        <a:lstStyle/>
        <a:p>
          <a:endParaRPr lang="en-US"/>
        </a:p>
      </dgm:t>
    </dgm:pt>
    <dgm:pt modelId="{01DDBEC6-EBD4-467B-8EDC-BB1B59B8ECD1}" type="sibTrans" cxnId="{6DA8AE73-FEB7-45F1-BEA4-9095738EF64A}">
      <dgm:prSet/>
      <dgm:spPr/>
      <dgm:t>
        <a:bodyPr/>
        <a:lstStyle/>
        <a:p>
          <a:endParaRPr lang="en-US"/>
        </a:p>
      </dgm:t>
    </dgm:pt>
    <dgm:pt modelId="{1DFC9E3C-0C21-428E-8DDB-4DBBE100A96B}">
      <dgm:prSet/>
      <dgm:spPr/>
      <dgm:t>
        <a:bodyPr/>
        <a:lstStyle/>
        <a:p>
          <a:r>
            <a:rPr lang="en-US"/>
            <a:t>Step 5</a:t>
          </a:r>
        </a:p>
      </dgm:t>
    </dgm:pt>
    <dgm:pt modelId="{E528EC6B-C75B-47B1-B637-B54FB2837A10}" type="parTrans" cxnId="{0C9439E6-59F5-450D-9939-6DD9FA275CA5}">
      <dgm:prSet/>
      <dgm:spPr/>
      <dgm:t>
        <a:bodyPr/>
        <a:lstStyle/>
        <a:p>
          <a:endParaRPr lang="en-US"/>
        </a:p>
      </dgm:t>
    </dgm:pt>
    <dgm:pt modelId="{CB477C9B-DC8B-4FC3-9139-A0E2C70D9711}" type="sibTrans" cxnId="{0C9439E6-59F5-450D-9939-6DD9FA275CA5}">
      <dgm:prSet/>
      <dgm:spPr/>
      <dgm:t>
        <a:bodyPr/>
        <a:lstStyle/>
        <a:p>
          <a:endParaRPr lang="en-US"/>
        </a:p>
      </dgm:t>
    </dgm:pt>
    <dgm:pt modelId="{8528CF68-4B35-4D8F-9A63-AA61D6100817}">
      <dgm:prSet/>
      <dgm:spPr/>
      <dgm:t>
        <a:bodyPr/>
        <a:lstStyle/>
        <a:p>
          <a:endParaRPr lang="en-US" dirty="0"/>
        </a:p>
      </dgm:t>
    </dgm:pt>
    <dgm:pt modelId="{B78FD11E-EE0C-4F52-8D05-B5BECE946536}" type="parTrans" cxnId="{DB60F469-EF34-4F2D-8DEF-C25D2B99700B}">
      <dgm:prSet/>
      <dgm:spPr/>
      <dgm:t>
        <a:bodyPr/>
        <a:lstStyle/>
        <a:p>
          <a:endParaRPr lang="en-US"/>
        </a:p>
      </dgm:t>
    </dgm:pt>
    <dgm:pt modelId="{2B400DD6-1458-4846-9D85-C14DDE87E229}" type="sibTrans" cxnId="{DB60F469-EF34-4F2D-8DEF-C25D2B99700B}">
      <dgm:prSet/>
      <dgm:spPr/>
      <dgm:t>
        <a:bodyPr/>
        <a:lstStyle/>
        <a:p>
          <a:endParaRPr lang="en-US"/>
        </a:p>
      </dgm:t>
    </dgm:pt>
    <dgm:pt modelId="{8D77AF8C-F19A-4226-AE34-79F79F00CAA1}">
      <dgm:prSet/>
      <dgm:spPr/>
      <dgm:t>
        <a:bodyPr/>
        <a:lstStyle/>
        <a:p>
          <a:r>
            <a:rPr lang="en-US"/>
            <a:t>Step 6</a:t>
          </a:r>
        </a:p>
      </dgm:t>
    </dgm:pt>
    <dgm:pt modelId="{F91A3FB7-F705-44CB-8B02-783CBE2F6024}" type="parTrans" cxnId="{1AF4D3C2-61B6-4483-9114-9064A690FA07}">
      <dgm:prSet/>
      <dgm:spPr/>
      <dgm:t>
        <a:bodyPr/>
        <a:lstStyle/>
        <a:p>
          <a:endParaRPr lang="en-US"/>
        </a:p>
      </dgm:t>
    </dgm:pt>
    <dgm:pt modelId="{7F6FFC55-3ABF-477B-8D0A-31BF8F0D97F8}" type="sibTrans" cxnId="{1AF4D3C2-61B6-4483-9114-9064A690FA07}">
      <dgm:prSet/>
      <dgm:spPr/>
      <dgm:t>
        <a:bodyPr/>
        <a:lstStyle/>
        <a:p>
          <a:endParaRPr lang="en-US"/>
        </a:p>
      </dgm:t>
    </dgm:pt>
    <dgm:pt modelId="{A7A6DF71-F1C4-4BB3-98DA-F3752204B3FF}">
      <dgm:prSet/>
      <dgm:spPr/>
      <dgm:t>
        <a:bodyPr/>
        <a:lstStyle/>
        <a:p>
          <a:endParaRPr lang="en-US" dirty="0"/>
        </a:p>
      </dgm:t>
    </dgm:pt>
    <dgm:pt modelId="{2B90D3B0-87D6-42C3-89AD-5E0510E15EE7}" type="parTrans" cxnId="{9C336E40-2074-461A-BAFB-D5EDDD098D9B}">
      <dgm:prSet/>
      <dgm:spPr/>
      <dgm:t>
        <a:bodyPr/>
        <a:lstStyle/>
        <a:p>
          <a:endParaRPr lang="en-US"/>
        </a:p>
      </dgm:t>
    </dgm:pt>
    <dgm:pt modelId="{7AAAEBEA-E194-4043-9B72-5AB2895C9CD3}" type="sibTrans" cxnId="{9C336E40-2074-461A-BAFB-D5EDDD098D9B}">
      <dgm:prSet/>
      <dgm:spPr/>
      <dgm:t>
        <a:bodyPr/>
        <a:lstStyle/>
        <a:p>
          <a:endParaRPr lang="en-US"/>
        </a:p>
      </dgm:t>
    </dgm:pt>
    <dgm:pt modelId="{8CBE272C-DFEC-3E45-AFDE-7830A02CF440}" type="pres">
      <dgm:prSet presAssocID="{054F5539-A4B2-4FEE-A14D-FA1C40DA1A04}" presName="Name0" presStyleCnt="0">
        <dgm:presLayoutVars>
          <dgm:dir/>
          <dgm:animLvl val="lvl"/>
          <dgm:resizeHandles val="exact"/>
        </dgm:presLayoutVars>
      </dgm:prSet>
      <dgm:spPr/>
    </dgm:pt>
    <dgm:pt modelId="{C8D06AD8-D842-F045-8085-F43473BC625B}" type="pres">
      <dgm:prSet presAssocID="{8D77AF8C-F19A-4226-AE34-79F79F00CAA1}" presName="boxAndChildren" presStyleCnt="0"/>
      <dgm:spPr/>
    </dgm:pt>
    <dgm:pt modelId="{A4A5C01C-9CEA-7542-A9DA-F0BCE5A9D71E}" type="pres">
      <dgm:prSet presAssocID="{8D77AF8C-F19A-4226-AE34-79F79F00CAA1}" presName="parentTextBox" presStyleLbl="alignNode1" presStyleIdx="0" presStyleCnt="6"/>
      <dgm:spPr/>
    </dgm:pt>
    <dgm:pt modelId="{A4DCEA11-1C52-B84D-831C-C6E82835E69F}" type="pres">
      <dgm:prSet presAssocID="{8D77AF8C-F19A-4226-AE34-79F79F00CAA1}" presName="descendantBox" presStyleLbl="bgAccFollowNode1" presStyleIdx="0" presStyleCnt="6"/>
      <dgm:spPr/>
    </dgm:pt>
    <dgm:pt modelId="{95DA5E82-5E48-AB4A-90E0-9E1B14315635}" type="pres">
      <dgm:prSet presAssocID="{CB477C9B-DC8B-4FC3-9139-A0E2C70D9711}" presName="sp" presStyleCnt="0"/>
      <dgm:spPr/>
    </dgm:pt>
    <dgm:pt modelId="{86968BF5-40DD-A34D-8CF7-A6192843846F}" type="pres">
      <dgm:prSet presAssocID="{1DFC9E3C-0C21-428E-8DDB-4DBBE100A96B}" presName="arrowAndChildren" presStyleCnt="0"/>
      <dgm:spPr/>
    </dgm:pt>
    <dgm:pt modelId="{BFBDC332-3138-214B-A1F1-13EAD053CC66}" type="pres">
      <dgm:prSet presAssocID="{1DFC9E3C-0C21-428E-8DDB-4DBBE100A96B}" presName="parentTextArrow" presStyleLbl="node1" presStyleIdx="0" presStyleCnt="0"/>
      <dgm:spPr/>
    </dgm:pt>
    <dgm:pt modelId="{59612E42-2966-7D4B-8F21-AF4D32219590}" type="pres">
      <dgm:prSet presAssocID="{1DFC9E3C-0C21-428E-8DDB-4DBBE100A96B}" presName="arrow" presStyleLbl="alignNode1" presStyleIdx="1" presStyleCnt="6"/>
      <dgm:spPr/>
    </dgm:pt>
    <dgm:pt modelId="{C2A69F78-D06B-8642-9EF8-2DFE7BC3FE00}" type="pres">
      <dgm:prSet presAssocID="{1DFC9E3C-0C21-428E-8DDB-4DBBE100A96B}" presName="descendantArrow" presStyleLbl="bgAccFollowNode1" presStyleIdx="1" presStyleCnt="6"/>
      <dgm:spPr/>
    </dgm:pt>
    <dgm:pt modelId="{1452FA4D-1DEA-5342-8F11-F68942AE28AB}" type="pres">
      <dgm:prSet presAssocID="{148346F7-A47A-48D9-9326-7C1CBF78CEE7}" presName="sp" presStyleCnt="0"/>
      <dgm:spPr/>
    </dgm:pt>
    <dgm:pt modelId="{0ACC7AC5-BA94-A648-A5C7-13337D94E2F6}" type="pres">
      <dgm:prSet presAssocID="{D032B980-8EA0-45C4-94CD-11681523ED9B}" presName="arrowAndChildren" presStyleCnt="0"/>
      <dgm:spPr/>
    </dgm:pt>
    <dgm:pt modelId="{ED15DB2C-D5D3-F044-9CF3-AF03D8CA1D4B}" type="pres">
      <dgm:prSet presAssocID="{D032B980-8EA0-45C4-94CD-11681523ED9B}" presName="parentTextArrow" presStyleLbl="node1" presStyleIdx="0" presStyleCnt="0"/>
      <dgm:spPr/>
    </dgm:pt>
    <dgm:pt modelId="{8C01F75D-600F-D849-A747-509E8DF8D7E6}" type="pres">
      <dgm:prSet presAssocID="{D032B980-8EA0-45C4-94CD-11681523ED9B}" presName="arrow" presStyleLbl="alignNode1" presStyleIdx="2" presStyleCnt="6"/>
      <dgm:spPr/>
    </dgm:pt>
    <dgm:pt modelId="{CE355F69-3EFD-FC43-B36A-0B710B93612D}" type="pres">
      <dgm:prSet presAssocID="{D032B980-8EA0-45C4-94CD-11681523ED9B}" presName="descendantArrow" presStyleLbl="bgAccFollowNode1" presStyleIdx="2" presStyleCnt="6"/>
      <dgm:spPr/>
    </dgm:pt>
    <dgm:pt modelId="{18F2BC71-4D0B-0C4E-8099-0F0767B00F21}" type="pres">
      <dgm:prSet presAssocID="{ABFACD7A-CFAF-4862-BB02-AC2A480CB979}" presName="sp" presStyleCnt="0"/>
      <dgm:spPr/>
    </dgm:pt>
    <dgm:pt modelId="{6CB34CEA-60BF-1A4C-B4E7-3AA96A152836}" type="pres">
      <dgm:prSet presAssocID="{CF4DC95C-4970-42B3-A322-496294BAE48D}" presName="arrowAndChildren" presStyleCnt="0"/>
      <dgm:spPr/>
    </dgm:pt>
    <dgm:pt modelId="{10977552-9294-7341-AEB9-BE68B0473891}" type="pres">
      <dgm:prSet presAssocID="{CF4DC95C-4970-42B3-A322-496294BAE48D}" presName="parentTextArrow" presStyleLbl="node1" presStyleIdx="0" presStyleCnt="0"/>
      <dgm:spPr/>
    </dgm:pt>
    <dgm:pt modelId="{176FB10E-67F2-244A-9C51-F1A5D4E7014B}" type="pres">
      <dgm:prSet presAssocID="{CF4DC95C-4970-42B3-A322-496294BAE48D}" presName="arrow" presStyleLbl="alignNode1" presStyleIdx="3" presStyleCnt="6"/>
      <dgm:spPr/>
    </dgm:pt>
    <dgm:pt modelId="{B5ADD037-1B52-0741-85DE-261FBD030161}" type="pres">
      <dgm:prSet presAssocID="{CF4DC95C-4970-42B3-A322-496294BAE48D}" presName="descendantArrow" presStyleLbl="bgAccFollowNode1" presStyleIdx="3" presStyleCnt="6"/>
      <dgm:spPr/>
    </dgm:pt>
    <dgm:pt modelId="{E0985A41-6445-5346-A233-1C098977BC8B}" type="pres">
      <dgm:prSet presAssocID="{1D5951E0-348B-41B9-B98B-393B87F2D50A}" presName="sp" presStyleCnt="0"/>
      <dgm:spPr/>
    </dgm:pt>
    <dgm:pt modelId="{0696557E-84D9-4845-BB42-819641E758FC}" type="pres">
      <dgm:prSet presAssocID="{D610ED89-638F-4716-BD0A-DF71726D5551}" presName="arrowAndChildren" presStyleCnt="0"/>
      <dgm:spPr/>
    </dgm:pt>
    <dgm:pt modelId="{67523CA7-E1FC-C74E-830E-94853D532541}" type="pres">
      <dgm:prSet presAssocID="{D610ED89-638F-4716-BD0A-DF71726D5551}" presName="parentTextArrow" presStyleLbl="node1" presStyleIdx="0" presStyleCnt="0"/>
      <dgm:spPr/>
    </dgm:pt>
    <dgm:pt modelId="{65CC2DDA-74B7-1C40-9934-246CA94A0A05}" type="pres">
      <dgm:prSet presAssocID="{D610ED89-638F-4716-BD0A-DF71726D5551}" presName="arrow" presStyleLbl="alignNode1" presStyleIdx="4" presStyleCnt="6"/>
      <dgm:spPr/>
    </dgm:pt>
    <dgm:pt modelId="{64E655E2-8A0E-AC40-BEC2-54C12707DA08}" type="pres">
      <dgm:prSet presAssocID="{D610ED89-638F-4716-BD0A-DF71726D5551}" presName="descendantArrow" presStyleLbl="bgAccFollowNode1" presStyleIdx="4" presStyleCnt="6"/>
      <dgm:spPr/>
    </dgm:pt>
    <dgm:pt modelId="{C97009CD-0E4D-F94E-AE4A-6A7E84864B1E}" type="pres">
      <dgm:prSet presAssocID="{57C530ED-327E-4F53-9E8B-4490FF5CD35C}" presName="sp" presStyleCnt="0"/>
      <dgm:spPr/>
    </dgm:pt>
    <dgm:pt modelId="{72B03B82-A775-DD47-94DD-2948BCDE37F9}" type="pres">
      <dgm:prSet presAssocID="{9B453CB0-161B-4585-9690-EF5C96AC0561}" presName="arrowAndChildren" presStyleCnt="0"/>
      <dgm:spPr/>
    </dgm:pt>
    <dgm:pt modelId="{6792E3CC-CC2C-2F42-9E59-6B2599D9ED15}" type="pres">
      <dgm:prSet presAssocID="{9B453CB0-161B-4585-9690-EF5C96AC0561}" presName="parentTextArrow" presStyleLbl="node1" presStyleIdx="0" presStyleCnt="0"/>
      <dgm:spPr/>
    </dgm:pt>
    <dgm:pt modelId="{772BFCBB-F9A7-754D-A415-B99AFA81DF30}" type="pres">
      <dgm:prSet presAssocID="{9B453CB0-161B-4585-9690-EF5C96AC0561}" presName="arrow" presStyleLbl="alignNode1" presStyleIdx="5" presStyleCnt="6"/>
      <dgm:spPr/>
    </dgm:pt>
    <dgm:pt modelId="{D5C2C13A-A3EF-644D-B983-85DA242B99E6}" type="pres">
      <dgm:prSet presAssocID="{9B453CB0-161B-4585-9690-EF5C96AC0561}" presName="descendantArrow" presStyleLbl="bgAccFollowNode1" presStyleIdx="5" presStyleCnt="6"/>
      <dgm:spPr/>
    </dgm:pt>
  </dgm:ptLst>
  <dgm:cxnLst>
    <dgm:cxn modelId="{44421614-120A-4780-952D-54497DBB42ED}" srcId="{D610ED89-638F-4716-BD0A-DF71726D5551}" destId="{0D1E1E27-82CA-41D5-9B41-4CE86FAC852E}" srcOrd="0" destOrd="0" parTransId="{8D890A82-9841-4427-BAD8-BB35D5CF0EA5}" sibTransId="{08AB264C-69F7-4285-9E14-E43C11385752}"/>
    <dgm:cxn modelId="{7FFCEC18-DC7C-6349-A61D-F8FFA8BFEAF5}" type="presOf" srcId="{0D1E1E27-82CA-41D5-9B41-4CE86FAC852E}" destId="{64E655E2-8A0E-AC40-BEC2-54C12707DA08}" srcOrd="0" destOrd="0" presId="urn:microsoft.com/office/officeart/2016/7/layout/VerticalDownArrowProcess"/>
    <dgm:cxn modelId="{6CD47019-DEBA-CA4C-96D0-391B54E7E6B4}" type="presOf" srcId="{D610ED89-638F-4716-BD0A-DF71726D5551}" destId="{65CC2DDA-74B7-1C40-9934-246CA94A0A05}" srcOrd="1" destOrd="0" presId="urn:microsoft.com/office/officeart/2016/7/layout/VerticalDownArrowProcess"/>
    <dgm:cxn modelId="{5F9DC12A-E59A-D84C-9FC3-65397C6983C0}" type="presOf" srcId="{D032B980-8EA0-45C4-94CD-11681523ED9B}" destId="{8C01F75D-600F-D849-A747-509E8DF8D7E6}" srcOrd="1" destOrd="0" presId="urn:microsoft.com/office/officeart/2016/7/layout/VerticalDownArrowProcess"/>
    <dgm:cxn modelId="{74A7543A-BFD4-7348-8EB3-4B21B550ABD5}" type="presOf" srcId="{D610ED89-638F-4716-BD0A-DF71726D5551}" destId="{67523CA7-E1FC-C74E-830E-94853D532541}" srcOrd="0" destOrd="0" presId="urn:microsoft.com/office/officeart/2016/7/layout/VerticalDownArrowProcess"/>
    <dgm:cxn modelId="{4D9D803C-85CC-1C4D-BF3F-51C92B250430}" type="presOf" srcId="{FF331CDF-855B-4173-9A70-BF7C7C7A45AA}" destId="{B5ADD037-1B52-0741-85DE-261FBD030161}" srcOrd="0" destOrd="0" presId="urn:microsoft.com/office/officeart/2016/7/layout/VerticalDownArrowProcess"/>
    <dgm:cxn modelId="{9C336E40-2074-461A-BAFB-D5EDDD098D9B}" srcId="{8D77AF8C-F19A-4226-AE34-79F79F00CAA1}" destId="{A7A6DF71-F1C4-4BB3-98DA-F3752204B3FF}" srcOrd="0" destOrd="0" parTransId="{2B90D3B0-87D6-42C3-89AD-5E0510E15EE7}" sibTransId="{7AAAEBEA-E194-4043-9B72-5AB2895C9CD3}"/>
    <dgm:cxn modelId="{48EA755B-F6D2-4E93-9AD7-44D32C32175B}" srcId="{9B453CB0-161B-4585-9690-EF5C96AC0561}" destId="{87A60A5B-482C-4AD5-A6E5-D153689F4441}" srcOrd="0" destOrd="0" parTransId="{FF7B3691-CFFD-4F2B-89CB-CDC6A42A9117}" sibTransId="{4CF983F8-A278-40BD-BC0D-C70610B1D870}"/>
    <dgm:cxn modelId="{DB133841-4C22-43B9-9C8F-B0B0F1022A51}" srcId="{CF4DC95C-4970-42B3-A322-496294BAE48D}" destId="{FF331CDF-855B-4173-9A70-BF7C7C7A45AA}" srcOrd="0" destOrd="0" parTransId="{0D12DB5C-BA05-47E4-B00C-F945B57C60F8}" sibTransId="{B9F51368-D885-4CD4-9A93-689146EFA290}"/>
    <dgm:cxn modelId="{86F26842-E882-064F-B589-93B5270081CA}" type="presOf" srcId="{1DFC9E3C-0C21-428E-8DDB-4DBBE100A96B}" destId="{BFBDC332-3138-214B-A1F1-13EAD053CC66}" srcOrd="0" destOrd="0" presId="urn:microsoft.com/office/officeart/2016/7/layout/VerticalDownArrowProcess"/>
    <dgm:cxn modelId="{13428E48-266C-7D45-B16B-93523EA24303}" type="presOf" srcId="{87A60A5B-482C-4AD5-A6E5-D153689F4441}" destId="{D5C2C13A-A3EF-644D-B983-85DA242B99E6}" srcOrd="0" destOrd="0" presId="urn:microsoft.com/office/officeart/2016/7/layout/VerticalDownArrowProcess"/>
    <dgm:cxn modelId="{F2AC0569-737A-014E-B5BA-33DBCDAD2A76}" type="presOf" srcId="{9B453CB0-161B-4585-9690-EF5C96AC0561}" destId="{6792E3CC-CC2C-2F42-9E59-6B2599D9ED15}" srcOrd="0" destOrd="0" presId="urn:microsoft.com/office/officeart/2016/7/layout/VerticalDownArrowProcess"/>
    <dgm:cxn modelId="{DB60F469-EF34-4F2D-8DEF-C25D2B99700B}" srcId="{1DFC9E3C-0C21-428E-8DDB-4DBBE100A96B}" destId="{8528CF68-4B35-4D8F-9A63-AA61D6100817}" srcOrd="0" destOrd="0" parTransId="{B78FD11E-EE0C-4F52-8D05-B5BECE946536}" sibTransId="{2B400DD6-1458-4846-9D85-C14DDE87E229}"/>
    <dgm:cxn modelId="{BD911551-34B3-2046-AAFC-B3AF9D609CFC}" type="presOf" srcId="{8D77AF8C-F19A-4226-AE34-79F79F00CAA1}" destId="{A4A5C01C-9CEA-7542-A9DA-F0BCE5A9D71E}" srcOrd="0" destOrd="0" presId="urn:microsoft.com/office/officeart/2016/7/layout/VerticalDownArrowProcess"/>
    <dgm:cxn modelId="{6DA8AE73-FEB7-45F1-BEA4-9095738EF64A}" srcId="{D032B980-8EA0-45C4-94CD-11681523ED9B}" destId="{A4127645-66A7-4D14-A962-F106C8024E5E}" srcOrd="0" destOrd="0" parTransId="{1425AA94-0E14-4E88-859D-335681E52552}" sibTransId="{01DDBEC6-EBD4-467B-8EDC-BB1B59B8ECD1}"/>
    <dgm:cxn modelId="{E9A00054-562F-A343-8D3E-923C7C072006}" type="presOf" srcId="{8528CF68-4B35-4D8F-9A63-AA61D6100817}" destId="{C2A69F78-D06B-8642-9EF8-2DFE7BC3FE00}" srcOrd="0" destOrd="0" presId="urn:microsoft.com/office/officeart/2016/7/layout/VerticalDownArrowProcess"/>
    <dgm:cxn modelId="{2B62F086-753D-714F-9224-3BBC13D86377}" type="presOf" srcId="{A4127645-66A7-4D14-A962-F106C8024E5E}" destId="{CE355F69-3EFD-FC43-B36A-0B710B93612D}" srcOrd="0" destOrd="0" presId="urn:microsoft.com/office/officeart/2016/7/layout/VerticalDownArrowProcess"/>
    <dgm:cxn modelId="{B953D293-8406-AC4E-B9F7-6D866C5BC113}" type="presOf" srcId="{A7A6DF71-F1C4-4BB3-98DA-F3752204B3FF}" destId="{A4DCEA11-1C52-B84D-831C-C6E82835E69F}" srcOrd="0" destOrd="0" presId="urn:microsoft.com/office/officeart/2016/7/layout/VerticalDownArrowProcess"/>
    <dgm:cxn modelId="{39B27E9D-4C8B-4AF5-A464-6508351846F1}" srcId="{054F5539-A4B2-4FEE-A14D-FA1C40DA1A04}" destId="{D610ED89-638F-4716-BD0A-DF71726D5551}" srcOrd="1" destOrd="0" parTransId="{7FB1D790-10EA-4363-A918-FF0FD601558C}" sibTransId="{1D5951E0-348B-41B9-B98B-393B87F2D50A}"/>
    <dgm:cxn modelId="{C1DEE7A4-80F1-6049-A5E5-743A22D3F4A6}" type="presOf" srcId="{CF4DC95C-4970-42B3-A322-496294BAE48D}" destId="{176FB10E-67F2-244A-9C51-F1A5D4E7014B}" srcOrd="1" destOrd="0" presId="urn:microsoft.com/office/officeart/2016/7/layout/VerticalDownArrowProcess"/>
    <dgm:cxn modelId="{F94392AE-4D3C-4412-B053-476917C9251E}" srcId="{054F5539-A4B2-4FEE-A14D-FA1C40DA1A04}" destId="{9B453CB0-161B-4585-9690-EF5C96AC0561}" srcOrd="0" destOrd="0" parTransId="{FA693E23-FB71-4DFC-B4CC-0E8A44700A6B}" sibTransId="{57C530ED-327E-4F53-9E8B-4490FF5CD35C}"/>
    <dgm:cxn modelId="{E844F8B4-2E87-409D-8D59-EF8A996CD68E}" srcId="{054F5539-A4B2-4FEE-A14D-FA1C40DA1A04}" destId="{D032B980-8EA0-45C4-94CD-11681523ED9B}" srcOrd="3" destOrd="0" parTransId="{01EC26F4-0092-474A-A7DB-3061A1C71497}" sibTransId="{148346F7-A47A-48D9-9326-7C1CBF78CEE7}"/>
    <dgm:cxn modelId="{B5E8ABBC-DE29-9840-9EF5-3ABD77FA2237}" type="presOf" srcId="{1DFC9E3C-0C21-428E-8DDB-4DBBE100A96B}" destId="{59612E42-2966-7D4B-8F21-AF4D32219590}" srcOrd="1" destOrd="0" presId="urn:microsoft.com/office/officeart/2016/7/layout/VerticalDownArrowProcess"/>
    <dgm:cxn modelId="{15E69BBE-9288-C546-9B8C-984CB5E61162}" type="presOf" srcId="{D032B980-8EA0-45C4-94CD-11681523ED9B}" destId="{ED15DB2C-D5D3-F044-9CF3-AF03D8CA1D4B}" srcOrd="0" destOrd="0" presId="urn:microsoft.com/office/officeart/2016/7/layout/VerticalDownArrowProcess"/>
    <dgm:cxn modelId="{1AF4D3C2-61B6-4483-9114-9064A690FA07}" srcId="{054F5539-A4B2-4FEE-A14D-FA1C40DA1A04}" destId="{8D77AF8C-F19A-4226-AE34-79F79F00CAA1}" srcOrd="5" destOrd="0" parTransId="{F91A3FB7-F705-44CB-8B02-783CBE2F6024}" sibTransId="{7F6FFC55-3ABF-477B-8D0A-31BF8F0D97F8}"/>
    <dgm:cxn modelId="{99B4C5DE-19AF-6440-92FE-CCBB9E4A0F1F}" type="presOf" srcId="{CF4DC95C-4970-42B3-A322-496294BAE48D}" destId="{10977552-9294-7341-AEB9-BE68B0473891}" srcOrd="0" destOrd="0" presId="urn:microsoft.com/office/officeart/2016/7/layout/VerticalDownArrowProcess"/>
    <dgm:cxn modelId="{0C9439E6-59F5-450D-9939-6DD9FA275CA5}" srcId="{054F5539-A4B2-4FEE-A14D-FA1C40DA1A04}" destId="{1DFC9E3C-0C21-428E-8DDB-4DBBE100A96B}" srcOrd="4" destOrd="0" parTransId="{E528EC6B-C75B-47B1-B637-B54FB2837A10}" sibTransId="{CB477C9B-DC8B-4FC3-9139-A0E2C70D9711}"/>
    <dgm:cxn modelId="{61A13AEC-E7F6-4371-9B3C-D229F1D6B5C5}" srcId="{054F5539-A4B2-4FEE-A14D-FA1C40DA1A04}" destId="{CF4DC95C-4970-42B3-A322-496294BAE48D}" srcOrd="2" destOrd="0" parTransId="{16B00682-E294-46FB-B3F9-BC111E4135BC}" sibTransId="{ABFACD7A-CFAF-4862-BB02-AC2A480CB979}"/>
    <dgm:cxn modelId="{167C3AF1-3DE2-354D-B7C4-C582ABF63376}" type="presOf" srcId="{054F5539-A4B2-4FEE-A14D-FA1C40DA1A04}" destId="{8CBE272C-DFEC-3E45-AFDE-7830A02CF440}" srcOrd="0" destOrd="0" presId="urn:microsoft.com/office/officeart/2016/7/layout/VerticalDownArrowProcess"/>
    <dgm:cxn modelId="{088353FB-61F2-ED48-A113-226A59201F22}" type="presOf" srcId="{9B453CB0-161B-4585-9690-EF5C96AC0561}" destId="{772BFCBB-F9A7-754D-A415-B99AFA81DF30}" srcOrd="1" destOrd="0" presId="urn:microsoft.com/office/officeart/2016/7/layout/VerticalDownArrowProcess"/>
    <dgm:cxn modelId="{423117E8-9C13-BE46-8555-C320AB2E7B75}" type="presParOf" srcId="{8CBE272C-DFEC-3E45-AFDE-7830A02CF440}" destId="{C8D06AD8-D842-F045-8085-F43473BC625B}" srcOrd="0" destOrd="0" presId="urn:microsoft.com/office/officeart/2016/7/layout/VerticalDownArrowProcess"/>
    <dgm:cxn modelId="{AE909291-26E6-B049-BB0A-315D88078BAC}" type="presParOf" srcId="{C8D06AD8-D842-F045-8085-F43473BC625B}" destId="{A4A5C01C-9CEA-7542-A9DA-F0BCE5A9D71E}" srcOrd="0" destOrd="0" presId="urn:microsoft.com/office/officeart/2016/7/layout/VerticalDownArrowProcess"/>
    <dgm:cxn modelId="{37BC5EF8-4C31-AA4F-8B00-9A9777789878}" type="presParOf" srcId="{C8D06AD8-D842-F045-8085-F43473BC625B}" destId="{A4DCEA11-1C52-B84D-831C-C6E82835E69F}" srcOrd="1" destOrd="0" presId="urn:microsoft.com/office/officeart/2016/7/layout/VerticalDownArrowProcess"/>
    <dgm:cxn modelId="{7F44F38E-E476-F74A-AAB8-199821CA73CF}" type="presParOf" srcId="{8CBE272C-DFEC-3E45-AFDE-7830A02CF440}" destId="{95DA5E82-5E48-AB4A-90E0-9E1B14315635}" srcOrd="1" destOrd="0" presId="urn:microsoft.com/office/officeart/2016/7/layout/VerticalDownArrowProcess"/>
    <dgm:cxn modelId="{0FFC1F43-FA36-604D-BF82-E30E0D0604DB}" type="presParOf" srcId="{8CBE272C-DFEC-3E45-AFDE-7830A02CF440}" destId="{86968BF5-40DD-A34D-8CF7-A6192843846F}" srcOrd="2" destOrd="0" presId="urn:microsoft.com/office/officeart/2016/7/layout/VerticalDownArrowProcess"/>
    <dgm:cxn modelId="{9075F20D-9A2A-D249-A3FC-996027D8C302}" type="presParOf" srcId="{86968BF5-40DD-A34D-8CF7-A6192843846F}" destId="{BFBDC332-3138-214B-A1F1-13EAD053CC66}" srcOrd="0" destOrd="0" presId="urn:microsoft.com/office/officeart/2016/7/layout/VerticalDownArrowProcess"/>
    <dgm:cxn modelId="{227DFEC9-9783-B242-A762-50BD4982745E}" type="presParOf" srcId="{86968BF5-40DD-A34D-8CF7-A6192843846F}" destId="{59612E42-2966-7D4B-8F21-AF4D32219590}" srcOrd="1" destOrd="0" presId="urn:microsoft.com/office/officeart/2016/7/layout/VerticalDownArrowProcess"/>
    <dgm:cxn modelId="{96FD9E4E-5831-B146-8381-7521D2CCE826}" type="presParOf" srcId="{86968BF5-40DD-A34D-8CF7-A6192843846F}" destId="{C2A69F78-D06B-8642-9EF8-2DFE7BC3FE00}" srcOrd="2" destOrd="0" presId="urn:microsoft.com/office/officeart/2016/7/layout/VerticalDownArrowProcess"/>
    <dgm:cxn modelId="{BBB5C562-D24C-A14D-80EF-62DAE19CDEBA}" type="presParOf" srcId="{8CBE272C-DFEC-3E45-AFDE-7830A02CF440}" destId="{1452FA4D-1DEA-5342-8F11-F68942AE28AB}" srcOrd="3" destOrd="0" presId="urn:microsoft.com/office/officeart/2016/7/layout/VerticalDownArrowProcess"/>
    <dgm:cxn modelId="{CA9BCB70-E196-4E40-AB76-726B2C1749CD}" type="presParOf" srcId="{8CBE272C-DFEC-3E45-AFDE-7830A02CF440}" destId="{0ACC7AC5-BA94-A648-A5C7-13337D94E2F6}" srcOrd="4" destOrd="0" presId="urn:microsoft.com/office/officeart/2016/7/layout/VerticalDownArrowProcess"/>
    <dgm:cxn modelId="{85DD962C-26A9-A149-9428-E9E0C9092DFA}" type="presParOf" srcId="{0ACC7AC5-BA94-A648-A5C7-13337D94E2F6}" destId="{ED15DB2C-D5D3-F044-9CF3-AF03D8CA1D4B}" srcOrd="0" destOrd="0" presId="urn:microsoft.com/office/officeart/2016/7/layout/VerticalDownArrowProcess"/>
    <dgm:cxn modelId="{E0E0A927-EEFF-6948-9576-E8B05FE1D87B}" type="presParOf" srcId="{0ACC7AC5-BA94-A648-A5C7-13337D94E2F6}" destId="{8C01F75D-600F-D849-A747-509E8DF8D7E6}" srcOrd="1" destOrd="0" presId="urn:microsoft.com/office/officeart/2016/7/layout/VerticalDownArrowProcess"/>
    <dgm:cxn modelId="{D822B4EF-00AE-CB4C-A528-3C5720674C38}" type="presParOf" srcId="{0ACC7AC5-BA94-A648-A5C7-13337D94E2F6}" destId="{CE355F69-3EFD-FC43-B36A-0B710B93612D}" srcOrd="2" destOrd="0" presId="urn:microsoft.com/office/officeart/2016/7/layout/VerticalDownArrowProcess"/>
    <dgm:cxn modelId="{9FE2BFF3-D225-3741-9610-012DC89CFF93}" type="presParOf" srcId="{8CBE272C-DFEC-3E45-AFDE-7830A02CF440}" destId="{18F2BC71-4D0B-0C4E-8099-0F0767B00F21}" srcOrd="5" destOrd="0" presId="urn:microsoft.com/office/officeart/2016/7/layout/VerticalDownArrowProcess"/>
    <dgm:cxn modelId="{4A90C656-9F85-9D44-A9C6-3EB3DBD05361}" type="presParOf" srcId="{8CBE272C-DFEC-3E45-AFDE-7830A02CF440}" destId="{6CB34CEA-60BF-1A4C-B4E7-3AA96A152836}" srcOrd="6" destOrd="0" presId="urn:microsoft.com/office/officeart/2016/7/layout/VerticalDownArrowProcess"/>
    <dgm:cxn modelId="{65DB8B3E-450B-F947-812B-C2B0FE33E4A9}" type="presParOf" srcId="{6CB34CEA-60BF-1A4C-B4E7-3AA96A152836}" destId="{10977552-9294-7341-AEB9-BE68B0473891}" srcOrd="0" destOrd="0" presId="urn:microsoft.com/office/officeart/2016/7/layout/VerticalDownArrowProcess"/>
    <dgm:cxn modelId="{D66A5F8F-9EAF-734E-BE83-ABFF1E6FC7D6}" type="presParOf" srcId="{6CB34CEA-60BF-1A4C-B4E7-3AA96A152836}" destId="{176FB10E-67F2-244A-9C51-F1A5D4E7014B}" srcOrd="1" destOrd="0" presId="urn:microsoft.com/office/officeart/2016/7/layout/VerticalDownArrowProcess"/>
    <dgm:cxn modelId="{ACA52874-0FE3-C34F-AD0D-2BA31D44D1A5}" type="presParOf" srcId="{6CB34CEA-60BF-1A4C-B4E7-3AA96A152836}" destId="{B5ADD037-1B52-0741-85DE-261FBD030161}" srcOrd="2" destOrd="0" presId="urn:microsoft.com/office/officeart/2016/7/layout/VerticalDownArrowProcess"/>
    <dgm:cxn modelId="{35F978BB-3FB3-644D-9BB0-5F402E102123}" type="presParOf" srcId="{8CBE272C-DFEC-3E45-AFDE-7830A02CF440}" destId="{E0985A41-6445-5346-A233-1C098977BC8B}" srcOrd="7" destOrd="0" presId="urn:microsoft.com/office/officeart/2016/7/layout/VerticalDownArrowProcess"/>
    <dgm:cxn modelId="{48A7CCA4-B711-004D-9D8A-F6B41ACA8355}" type="presParOf" srcId="{8CBE272C-DFEC-3E45-AFDE-7830A02CF440}" destId="{0696557E-84D9-4845-BB42-819641E758FC}" srcOrd="8" destOrd="0" presId="urn:microsoft.com/office/officeart/2016/7/layout/VerticalDownArrowProcess"/>
    <dgm:cxn modelId="{9C9D7891-ACDC-3944-B3BC-9FF2EC74F4BD}" type="presParOf" srcId="{0696557E-84D9-4845-BB42-819641E758FC}" destId="{67523CA7-E1FC-C74E-830E-94853D532541}" srcOrd="0" destOrd="0" presId="urn:microsoft.com/office/officeart/2016/7/layout/VerticalDownArrowProcess"/>
    <dgm:cxn modelId="{20EB2A0E-D236-D245-A481-E6ECBD395AE3}" type="presParOf" srcId="{0696557E-84D9-4845-BB42-819641E758FC}" destId="{65CC2DDA-74B7-1C40-9934-246CA94A0A05}" srcOrd="1" destOrd="0" presId="urn:microsoft.com/office/officeart/2016/7/layout/VerticalDownArrowProcess"/>
    <dgm:cxn modelId="{89EBFB08-0617-AC46-9E2E-B38DFD0E7431}" type="presParOf" srcId="{0696557E-84D9-4845-BB42-819641E758FC}" destId="{64E655E2-8A0E-AC40-BEC2-54C12707DA08}" srcOrd="2" destOrd="0" presId="urn:microsoft.com/office/officeart/2016/7/layout/VerticalDownArrowProcess"/>
    <dgm:cxn modelId="{43557528-8CC4-5943-BEBD-6DB5F7B1329B}" type="presParOf" srcId="{8CBE272C-DFEC-3E45-AFDE-7830A02CF440}" destId="{C97009CD-0E4D-F94E-AE4A-6A7E84864B1E}" srcOrd="9" destOrd="0" presId="urn:microsoft.com/office/officeart/2016/7/layout/VerticalDownArrowProcess"/>
    <dgm:cxn modelId="{211D1DEE-D741-644D-A88B-ED70CCEC4D94}" type="presParOf" srcId="{8CBE272C-DFEC-3E45-AFDE-7830A02CF440}" destId="{72B03B82-A775-DD47-94DD-2948BCDE37F9}" srcOrd="10" destOrd="0" presId="urn:microsoft.com/office/officeart/2016/7/layout/VerticalDownArrowProcess"/>
    <dgm:cxn modelId="{FFD34B4B-7907-FA40-84CA-072BD93A33E6}" type="presParOf" srcId="{72B03B82-A775-DD47-94DD-2948BCDE37F9}" destId="{6792E3CC-CC2C-2F42-9E59-6B2599D9ED15}" srcOrd="0" destOrd="0" presId="urn:microsoft.com/office/officeart/2016/7/layout/VerticalDownArrowProcess"/>
    <dgm:cxn modelId="{33179923-14BF-324E-A846-76330B0C833E}" type="presParOf" srcId="{72B03B82-A775-DD47-94DD-2948BCDE37F9}" destId="{772BFCBB-F9A7-754D-A415-B99AFA81DF30}" srcOrd="1" destOrd="0" presId="urn:microsoft.com/office/officeart/2016/7/layout/VerticalDownArrowProcess"/>
    <dgm:cxn modelId="{D04118CA-8C74-3042-85C1-1FFF0A18F950}" type="presParOf" srcId="{72B03B82-A775-DD47-94DD-2948BCDE37F9}" destId="{D5C2C13A-A3EF-644D-B983-85DA242B99E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5C01C-9CEA-7542-A9DA-F0BCE5A9D71E}">
      <dsp:nvSpPr>
        <dsp:cNvPr id="0" name=""/>
        <dsp:cNvSpPr/>
      </dsp:nvSpPr>
      <dsp:spPr>
        <a:xfrm>
          <a:off x="0" y="4398435"/>
          <a:ext cx="1971377" cy="5772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6</a:t>
          </a:r>
        </a:p>
      </dsp:txBody>
      <dsp:txXfrm>
        <a:off x="0" y="4398435"/>
        <a:ext cx="1971377" cy="577292"/>
      </dsp:txXfrm>
    </dsp:sp>
    <dsp:sp modelId="{A4DCEA11-1C52-B84D-831C-C6E82835E69F}">
      <dsp:nvSpPr>
        <dsp:cNvPr id="0" name=""/>
        <dsp:cNvSpPr/>
      </dsp:nvSpPr>
      <dsp:spPr>
        <a:xfrm>
          <a:off x="1971377" y="4398435"/>
          <a:ext cx="5914131" cy="57729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77800" rIns="119967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71377" y="4398435"/>
        <a:ext cx="5914131" cy="577292"/>
      </dsp:txXfrm>
    </dsp:sp>
    <dsp:sp modelId="{59612E42-2966-7D4B-8F21-AF4D32219590}">
      <dsp:nvSpPr>
        <dsp:cNvPr id="0" name=""/>
        <dsp:cNvSpPr/>
      </dsp:nvSpPr>
      <dsp:spPr>
        <a:xfrm rot="10800000">
          <a:off x="0" y="3519219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5</a:t>
          </a:r>
        </a:p>
      </dsp:txBody>
      <dsp:txXfrm rot="-10800000">
        <a:off x="0" y="3519219"/>
        <a:ext cx="1971377" cy="577119"/>
      </dsp:txXfrm>
    </dsp:sp>
    <dsp:sp modelId="{C2A69F78-D06B-8642-9EF8-2DFE7BC3FE00}">
      <dsp:nvSpPr>
        <dsp:cNvPr id="0" name=""/>
        <dsp:cNvSpPr/>
      </dsp:nvSpPr>
      <dsp:spPr>
        <a:xfrm>
          <a:off x="1971377" y="3519219"/>
          <a:ext cx="5914131" cy="5771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77800" rIns="119967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71377" y="3519219"/>
        <a:ext cx="5914131" cy="577119"/>
      </dsp:txXfrm>
    </dsp:sp>
    <dsp:sp modelId="{8C01F75D-600F-D849-A747-509E8DF8D7E6}">
      <dsp:nvSpPr>
        <dsp:cNvPr id="0" name=""/>
        <dsp:cNvSpPr/>
      </dsp:nvSpPr>
      <dsp:spPr>
        <a:xfrm rot="10800000">
          <a:off x="0" y="2640003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4</a:t>
          </a:r>
        </a:p>
      </dsp:txBody>
      <dsp:txXfrm rot="-10800000">
        <a:off x="0" y="2640003"/>
        <a:ext cx="1971377" cy="577119"/>
      </dsp:txXfrm>
    </dsp:sp>
    <dsp:sp modelId="{CE355F69-3EFD-FC43-B36A-0B710B93612D}">
      <dsp:nvSpPr>
        <dsp:cNvPr id="0" name=""/>
        <dsp:cNvSpPr/>
      </dsp:nvSpPr>
      <dsp:spPr>
        <a:xfrm>
          <a:off x="1971377" y="2640003"/>
          <a:ext cx="5914131" cy="5771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77800" rIns="119967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71377" y="2640003"/>
        <a:ext cx="5914131" cy="577119"/>
      </dsp:txXfrm>
    </dsp:sp>
    <dsp:sp modelId="{176FB10E-67F2-244A-9C51-F1A5D4E7014B}">
      <dsp:nvSpPr>
        <dsp:cNvPr id="0" name=""/>
        <dsp:cNvSpPr/>
      </dsp:nvSpPr>
      <dsp:spPr>
        <a:xfrm rot="10800000">
          <a:off x="0" y="1760787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3</a:t>
          </a:r>
        </a:p>
      </dsp:txBody>
      <dsp:txXfrm rot="-10800000">
        <a:off x="0" y="1760787"/>
        <a:ext cx="1971377" cy="577119"/>
      </dsp:txXfrm>
    </dsp:sp>
    <dsp:sp modelId="{B5ADD037-1B52-0741-85DE-261FBD030161}">
      <dsp:nvSpPr>
        <dsp:cNvPr id="0" name=""/>
        <dsp:cNvSpPr/>
      </dsp:nvSpPr>
      <dsp:spPr>
        <a:xfrm>
          <a:off x="1971377" y="1760787"/>
          <a:ext cx="5914131" cy="5771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77800" rIns="119967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71377" y="1760787"/>
        <a:ext cx="5914131" cy="577119"/>
      </dsp:txXfrm>
    </dsp:sp>
    <dsp:sp modelId="{65CC2DDA-74B7-1C40-9934-246CA94A0A05}">
      <dsp:nvSpPr>
        <dsp:cNvPr id="0" name=""/>
        <dsp:cNvSpPr/>
      </dsp:nvSpPr>
      <dsp:spPr>
        <a:xfrm rot="10800000">
          <a:off x="0" y="881570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2</a:t>
          </a:r>
        </a:p>
      </dsp:txBody>
      <dsp:txXfrm rot="-10800000">
        <a:off x="0" y="881570"/>
        <a:ext cx="1971377" cy="577119"/>
      </dsp:txXfrm>
    </dsp:sp>
    <dsp:sp modelId="{64E655E2-8A0E-AC40-BEC2-54C12707DA08}">
      <dsp:nvSpPr>
        <dsp:cNvPr id="0" name=""/>
        <dsp:cNvSpPr/>
      </dsp:nvSpPr>
      <dsp:spPr>
        <a:xfrm>
          <a:off x="1971377" y="881570"/>
          <a:ext cx="5914131" cy="57711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77800" rIns="119967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71377" y="881570"/>
        <a:ext cx="5914131" cy="577119"/>
      </dsp:txXfrm>
    </dsp:sp>
    <dsp:sp modelId="{772BFCBB-F9A7-754D-A415-B99AFA81DF30}">
      <dsp:nvSpPr>
        <dsp:cNvPr id="0" name=""/>
        <dsp:cNvSpPr/>
      </dsp:nvSpPr>
      <dsp:spPr>
        <a:xfrm rot="10800000">
          <a:off x="0" y="2354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1</a:t>
          </a:r>
        </a:p>
      </dsp:txBody>
      <dsp:txXfrm rot="-10800000">
        <a:off x="0" y="2354"/>
        <a:ext cx="1971377" cy="577119"/>
      </dsp:txXfrm>
    </dsp:sp>
    <dsp:sp modelId="{D5C2C13A-A3EF-644D-B983-85DA242B99E6}">
      <dsp:nvSpPr>
        <dsp:cNvPr id="0" name=""/>
        <dsp:cNvSpPr/>
      </dsp:nvSpPr>
      <dsp:spPr>
        <a:xfrm>
          <a:off x="1971377" y="2354"/>
          <a:ext cx="5914131" cy="5771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77800" rIns="119967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71377" y="2354"/>
        <a:ext cx="5914131" cy="577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E06235-B4A9-1445-B4B0-799FEB40F49A}"/>
              </a:ext>
            </a:extLst>
          </p:cNvPr>
          <p:cNvSpPr txBox="1">
            <a:spLocks noChangeArrowheads="1"/>
          </p:cNvSpPr>
          <p:nvPr/>
        </p:nvSpPr>
        <p:spPr>
          <a:xfrm>
            <a:off x="515582" y="646770"/>
            <a:ext cx="6049701" cy="91440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800" b="1"/>
              <a:t>Hallucination Reduction in Large Language Models</a:t>
            </a:r>
            <a:endParaRPr lang="en-US" altLang="en-US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r>
              <a:rPr sz="2400"/>
              <a:t>A Comparative Study of Prompt Engineering and RAG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756214" y="3324755"/>
            <a:ext cx="6623825" cy="1972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661944" y="5771650"/>
            <a:ext cx="2172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/>
              <a:t>By: Emilio Garcia Martinez (ID: 100783029)</a:t>
            </a:r>
          </a:p>
          <a:p>
            <a:r>
              <a:rPr sz="1600"/>
              <a:t>Course: AI700-001 | Prof. Reda Nacif Elalaoui</a:t>
            </a:r>
          </a:p>
          <a:p>
            <a:r>
              <a:rPr sz="1600"/>
              <a:t>Date: May 2026 | Spring 2026</a:t>
            </a:r>
          </a:p>
        </p:txBody>
      </p:sp>
      <p:pic>
        <p:nvPicPr>
          <p:cNvPr id="10" name="Picture 9" descr="accuracy_with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58" y="3156630"/>
            <a:ext cx="5481315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9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047447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1. Introduction &amp; Motivation</a:t>
            </a:r>
            <a:endParaRPr lang="en-US" dirty="0"/>
          </a:p>
          <a:p>
            <a:r>
              <a:rPr sz="2000"/>
              <a:t>2. Application &amp; Real-World Importance</a:t>
            </a:r>
          </a:p>
          <a:p>
            <a:r>
              <a:rPr sz="2000"/>
              <a:t>3. Literature Review</a:t>
            </a:r>
          </a:p>
          <a:p>
            <a:r>
              <a:rPr sz="2000"/>
              <a:t>4. Literature Review Results</a:t>
            </a:r>
          </a:p>
          <a:p>
            <a:r>
              <a:rPr sz="2000"/>
              <a:t>5. Methodology — Pipeline &amp; Methods</a:t>
            </a:r>
          </a:p>
          <a:p>
            <a:r>
              <a:rPr sz="2000"/>
              <a:t>6. Understanding the Functions (Metrics)</a:t>
            </a:r>
          </a:p>
          <a:p>
            <a:r>
              <a:rPr sz="2000"/>
              <a:t>7. Obtained Results &amp; Statistical Analysis</a:t>
            </a:r>
          </a:p>
          <a:p>
            <a:r>
              <a:rPr sz="2000"/>
              <a:t>8. Conclusion &amp; Future Work</a:t>
            </a:r>
          </a:p>
          <a:p>
            <a:r>
              <a:rPr sz="2000"/>
              <a:t>9. References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Outlines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1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047447"/>
          </a:xfrm>
        </p:spPr>
        <p:txBody>
          <a:bodyPr wrap="square"/>
          <a:lstStyle/>
          <a:p>
            <a:pPr marL="0" indent="0">
              <a:buNone/>
            </a:pPr>
            <a:r>
              <a:rPr sz="1800"/>
              <a:t>Hallucination: LLMs generating fluent but factually incorrect text.</a:t>
            </a:r>
          </a:p>
          <a:p>
            <a:r>
              <a:rPr sz="1800"/>
              <a:t>Persistent failure mode in LLaMA, GPT, Claude — high-stakes risk in medicine, law, education.</a:t>
            </a:r>
          </a:p>
          <a:p>
            <a:r>
              <a:rPr sz="1800"/>
              <a:t>Goal: compare six mitigation techniques on LLaMA 3.2 (3B) under one protocol.</a:t>
            </a:r>
          </a:p>
          <a:p>
            <a:r>
              <a:rPr sz="1800"/>
              <a:t>Six methods: Baseline, Chain-of-Thought, Few-Shot, Self-Consistency, RAG, RAG + Optimized.</a:t>
            </a:r>
          </a:p>
          <a:p>
            <a:r>
              <a:rPr sz="1800"/>
              <a:t>Evaluation: 30-question TruthfulQA subset, automated metrics, bootstrap statistics.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E83A-6C8C-7541-9538-BD4C0FC9B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5754"/>
            <a:ext cx="7886700" cy="4974640"/>
          </a:xfrm>
        </p:spPr>
        <p:txBody>
          <a:bodyPr wrap="square"/>
          <a:lstStyle/>
          <a:p>
            <a:r>
              <a:rPr sz="1800"/>
              <a:t>Healthcare assistants — wrong dosage / drug-interaction advice can harm patients.</a:t>
            </a:r>
          </a:p>
          <a:p>
            <a:r>
              <a:rPr sz="1800"/>
              <a:t>Legal &amp; finance copilots — fabricated case law or numbers create liability.</a:t>
            </a:r>
          </a:p>
          <a:p>
            <a:r>
              <a:rPr sz="1800"/>
              <a:t>Educational tutors — myth reinforcement in History / Science misinforms students.</a:t>
            </a:r>
          </a:p>
          <a:p>
            <a:r>
              <a:rPr sz="1800"/>
              <a:t>Customer support automation — confidently wrong answers erode trust.</a:t>
            </a:r>
          </a:p>
          <a:p>
            <a:r>
              <a:rPr sz="1800"/>
              <a:t>Reducing hallucination is foundational to deploying LLMs in any production setting.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624C1200-80BB-1D4D-8DF7-28BFE7F023B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3C349B-4585-3D43-8B4A-1B616575F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371601"/>
            <a:ext cx="7782639" cy="5029200"/>
          </a:xfrm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Dang et al. (2025): survey &amp; taxonomy of LLM hallucinations [1].</a:t>
            </a:r>
          </a:p>
          <a:p>
            <a:r>
              <a:rPr sz="1600"/>
              <a:t>Bang et al. (2025): HalluLens benchmark for systematic evaluation [2].</a:t>
            </a:r>
          </a:p>
          <a:p>
            <a:r>
              <a:rPr sz="1600"/>
              <a:t>Wang et al. (2023): Self-Consistency boosts CoT reasoning [3].</a:t>
            </a:r>
          </a:p>
          <a:p>
            <a:r>
              <a:rPr sz="1600"/>
              <a:t>Song et al. (2024): RAG-HAT — hallucination-aware tuning for RAG [4].</a:t>
            </a:r>
          </a:p>
          <a:p>
            <a:r>
              <a:rPr sz="1600"/>
              <a:t>Lin et al. (2022): TruthfulQA targets imitative falsehoods [5].</a:t>
            </a:r>
          </a:p>
          <a:p>
            <a:r>
              <a:rPr sz="1600"/>
              <a:t>Lewis et al. (2020): Retrieval-Augmented Generation framework [7].</a:t>
            </a:r>
          </a:p>
          <a:p>
            <a:r>
              <a:rPr sz="1600"/>
              <a:t>Wei et al. (2022): Chain-of-Thought prompting elicits reasoning [8].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85912-8FC9-4054-A0FC-DF8FEDA2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5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0743A-09CD-414F-8C62-1F7818E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A61DF-FFA6-4A49-9806-53C995A226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r>
              <a:rPr sz="1800"/>
              <a:t>RAG and verification methods consistently outperform pure prompt engineering on factual tasks.</a:t>
            </a:r>
            <a:endParaRPr lang="en-US"/>
          </a:p>
          <a:p>
            <a:r>
              <a:rPr sz="1800"/>
              <a:t>Self-Consistency's value depends on cost tolerance — 3+ inference passes per query.</a:t>
            </a:r>
          </a:p>
          <a:p>
            <a:r>
              <a:rPr sz="1800"/>
              <a:t>CoT benefits scale with model size; small models (≤7B) often see marginal or negative gains.</a:t>
            </a:r>
          </a:p>
          <a:p>
            <a:r>
              <a:rPr sz="1800"/>
              <a:t>Open evaluation gap: few studies report paired statistical tests on small open-weight models running locally.</a:t>
            </a:r>
          </a:p>
          <a:p>
            <a:r>
              <a:rPr sz="1800"/>
              <a:t>This work contributes a fully reproducible local pipeline with bootstrap CIs and error-type analysis.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A592D5E-3BD8-EC4C-BD33-D0A1D81B4F7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 RESULTS</a:t>
            </a:r>
          </a:p>
        </p:txBody>
      </p:sp>
    </p:spTree>
    <p:extLst>
      <p:ext uri="{BB962C8B-B14F-4D97-AF65-F5344CB8AC3E}">
        <p14:creationId xmlns:p14="http://schemas.microsoft.com/office/powerpoint/2010/main" val="89969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4552A-8DC8-A441-9629-4D1DDAC44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1128713"/>
            <a:ext cx="7942659" cy="4978083"/>
          </a:xfrm>
        </p:spPr>
        <p:txBody>
          <a:bodyPr wrap="square"/>
          <a:lstStyle/>
          <a:p>
            <a:r>
              <a:rPr sz="1400"/>
              <a:t>Model: LLaMA 3.2 (3B) via Ollama on Apple M1 (8 GB RAM).</a:t>
            </a:r>
            <a:endParaRPr lang="en-US" dirty="0"/>
          </a:p>
          <a:p>
            <a:r>
              <a:rPr sz="1400"/>
              <a:t>Dataset: 30 TruthfulQA-inspired questions across 5 categories.</a:t>
            </a:r>
          </a:p>
          <a:p>
            <a:r>
              <a:rPr sz="1400"/>
              <a:t>Six methods: Baseline, CoT, Few-Shot, Self-Consistency, RAG, RAG+Opt.</a:t>
            </a:r>
          </a:p>
          <a:p>
            <a:r>
              <a:rPr sz="1400"/>
              <a:t>RAG knowledge base: 27 chunks in ChromaDB; top-3 retrieval.</a:t>
            </a:r>
          </a:p>
          <a:p>
            <a:r>
              <a:rPr sz="1400"/>
              <a:t>Evaluation: factual accuracy, ROUGE-L, hallucination rate.</a:t>
            </a:r>
          </a:p>
          <a:p>
            <a:r>
              <a:rPr sz="1400"/>
              <a:t>Statistics: 10k bootstrap CIs and paired bootstrap vs baseline.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F2A8B2-78A4-D64F-81E1-A72FF0360AB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ALGORITHM/APPROACH/METHODOLOGY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DB155-6487-4447-8843-7619D69D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radar_compari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1" y="1128713"/>
            <a:ext cx="7885509" cy="497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2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97B39-8EEF-D54A-9ABB-EDB671323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271589"/>
            <a:ext cx="7871222" cy="4835208"/>
          </a:xfrm>
        </p:spPr>
        <p:txBody>
          <a:bodyPr wrap="square"/>
          <a:lstStyle/>
          <a:p>
            <a:pPr marL="342900" indent="-342900">
              <a:buAutoNum type="arabicPeriod"/>
            </a:pPr>
            <a:r>
              <a:rPr sz="1600"/>
              <a:t>Hallucination Rate: 1 if response overlaps known-incorrect more than correct answer.</a:t>
            </a:r>
          </a:p>
          <a:p>
            <a:r>
              <a:rPr sz="1600"/>
              <a:t>ROUGE-L: longest common subsequence overlap between response and ground truth.</a:t>
            </a:r>
          </a:p>
          <a:p>
            <a:r>
              <a:rPr sz="1600"/>
              <a:t>Factual Accuracy = 0.6 × keyword recall + 0.4 × ROUGE-L (rewards salient facts under paraphrase).</a:t>
            </a:r>
          </a:p>
          <a:p>
            <a:r>
              <a:rPr sz="1600"/>
              <a:t>Bootstrap 95% CI: 10,000 resamples per method.</a:t>
            </a:r>
          </a:p>
          <a:p>
            <a:r>
              <a:rPr sz="1600"/>
              <a:t>Paired bootstrap test: per-question Δ vs baseline; two-sided p from sign-flip fraction.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AF9F8F-9877-1243-BF92-74D8C3F1781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UNDERSTANDING THE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B81F8-0768-4973-B1B1-77582F12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7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6207839-FAB5-C647-B752-1E110BE9927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64934-3DAE-4467-A3E5-D53DDB27F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05927"/>
            <a:ext cx="7886700" cy="3476724"/>
          </a:xfrm>
        </p:spPr>
        <p:txBody>
          <a:bodyPr wrap="square"/>
          <a:lstStyle/>
          <a:p>
            <a:r>
              <a:rPr sz="1400"/>
              <a:t>Best method: RAG + Optimized (factual accuracy 0.556, +43.3% over baseline).</a:t>
            </a:r>
            <a:endParaRPr lang="en-US" dirty="0"/>
          </a:p>
          <a:p>
            <a:r>
              <a:rPr sz="1400"/>
              <a:t>RAG + Optimized:  0.556 [0.489, 0.624]   (+0.168 vs baseline, p = 0.001)</a:t>
            </a:r>
          </a:p>
          <a:p>
            <a:r>
              <a:rPr sz="1400"/>
              <a:t>RAG:                 0.510 [0.417, 0.605]   (+0.121, p = 0.031)</a:t>
            </a:r>
          </a:p>
          <a:p>
            <a:r>
              <a:rPr sz="1400"/>
              <a:t>Self-Consistency: 0.448 [0.385, 0.514]   (+0.060, p = 0.034)</a:t>
            </a:r>
          </a:p>
          <a:p>
            <a:r>
              <a:rPr sz="1400"/>
              <a:t>Few-Shot:           0.460 [0.394, 0.527]   (+0.072, p = 0.125, n.s.)</a:t>
            </a:r>
          </a:p>
          <a:p>
            <a:r>
              <a:rPr sz="1400"/>
              <a:t>Chain-of-Thought: 0.346 [0.292, 0.408]   (-0.042, p = 0.340, n.s.)</a:t>
            </a:r>
          </a:p>
          <a:p>
            <a:r>
              <a:rPr sz="1400"/>
              <a:t>Baseline:           0.388 [0.313, 0.468]</a:t>
            </a:r>
          </a:p>
          <a:p>
            <a:r>
              <a:rPr sz="1400"/>
              <a:t>Error analysis: residual failures dominated by partial-truth, not full fabrication.</a:t>
            </a:r>
          </a:p>
        </p:txBody>
      </p:sp>
      <p:pic>
        <p:nvPicPr>
          <p:cNvPr id="15" name="Picture 14" descr="accuracy_with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657600"/>
            <a:ext cx="502920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C75F-C6A1-F249-8911-735ED4C2D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43000"/>
            <a:ext cx="7886700" cy="5027394"/>
          </a:xfrm>
        </p:spPr>
        <p:txBody>
          <a:bodyPr wrap="square">
            <a:normAutofit/>
          </a:bodyPr>
          <a:lstStyle/>
          <a:p>
            <a:r>
              <a:rPr sz="1600"/>
              <a:t>RAG + Optimized prompting is the most reliable hallucination mitigation on LLaMA 3.2 (3B).</a:t>
            </a:r>
          </a:p>
          <a:p>
            <a:r>
              <a:rPr sz="1600"/>
              <a:t>RAG and Self-Consistency also produce statistically significant gains.</a:t>
            </a:r>
          </a:p>
          <a:p>
            <a:r>
              <a:rPr sz="1600"/>
              <a:t>Chain-of-Thought is not effective at this model size — confirms scale-dependence findings.</a:t>
            </a:r>
          </a:p>
          <a:p>
            <a:r>
              <a:rPr sz="1600"/>
              <a:t>Residual errors are mostly partial-truth — model surfaces the topic but fails to commit to the verified fact.</a:t>
            </a:r>
          </a:p>
          <a:p>
            <a:r>
              <a:rPr sz="1600"/>
              <a:t>Future work: factual-entailment verification, hallucination-aware fine-tuning [4], and larger-model replication.</a:t>
            </a:r>
          </a:p>
          <a:p>
            <a:r>
              <a:rPr sz="1600"/>
              <a:t>Public release: full pipeline + dataset + results on GitHub for reproducibility.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7DF44-3DAB-B743-93F0-C6ABA765A070}"/>
              </a:ext>
            </a:extLst>
          </p:cNvPr>
          <p:cNvSpPr/>
          <p:nvPr/>
        </p:nvSpPr>
        <p:spPr>
          <a:xfrm>
            <a:off x="4094144" y="3278959"/>
            <a:ext cx="95571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B7E36A-E709-2A49-87DB-0514E99099B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CONCLUSION &amp; 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D95AC-7C9F-4104-805C-0291CA50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5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DEF-9499-0848-9FF9-781097E13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08295"/>
            <a:ext cx="7886700" cy="4862099"/>
          </a:xfrm>
        </p:spPr>
        <p:txBody>
          <a:bodyPr wrap="square"/>
          <a:lstStyle/>
          <a:p>
            <a:pPr marL="0" indent="0">
              <a:buNone/>
            </a:pPr>
            <a:r>
              <a:rPr sz="1200"/>
              <a:t>[1] Dang, Vu, Nguyen. "Survey on hallucinations in LLMs." Frontiers in AI, 2025.</a:t>
            </a:r>
          </a:p>
          <a:p>
            <a:r>
              <a:rPr sz="1200"/>
              <a:t>[2] Bang et al. "HalluLens benchmark." ACL 2025.</a:t>
            </a:r>
          </a:p>
          <a:p>
            <a:r>
              <a:rPr sz="1200"/>
              <a:t>[3] Wang et al. "Self-Consistency improves CoT." ICLR 2023.</a:t>
            </a:r>
          </a:p>
          <a:p>
            <a:r>
              <a:rPr sz="1200"/>
              <a:t>[4] Song et al. "RAG-HAT." EMNLP 2024.</a:t>
            </a:r>
          </a:p>
          <a:p>
            <a:r>
              <a:rPr sz="1200"/>
              <a:t>[5] Lin, Hilton, Evans. "TruthfulQA." ACL 2022.</a:t>
            </a:r>
          </a:p>
          <a:p>
            <a:r>
              <a:rPr sz="1200"/>
              <a:t>[6] Lin. "ROUGE." 2004.</a:t>
            </a:r>
          </a:p>
          <a:p>
            <a:r>
              <a:rPr sz="1200"/>
              <a:t>[7] Lewis et al. "Retrieval-Augmented Generation." NeurIPS 2020.</a:t>
            </a:r>
          </a:p>
          <a:p>
            <a:r>
              <a:rPr sz="1200"/>
              <a:t>[8] Wei et al. "Chain-of-Thought prompting." NeurIPS 2022.</a:t>
            </a:r>
          </a:p>
          <a:p>
            <a:r>
              <a:rPr sz="1200"/>
              <a:t>[9] AI@Meta. "LLaMA 3.2 model card," 2024.</a:t>
            </a:r>
          </a:p>
          <a:p>
            <a:r>
              <a:rPr sz="1200"/>
              <a:t>[10] Ollama. "Run LLMs locally," 2024.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A7237B-41C8-C945-8A8B-F98542EAD94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08A80-5276-43A4-AB04-3C04926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720</TotalTime>
  <Words>76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Reda Nacif El Alaoui</cp:lastModifiedBy>
  <cp:revision>55</cp:revision>
  <dcterms:created xsi:type="dcterms:W3CDTF">2020-12-17T21:21:33Z</dcterms:created>
  <dcterms:modified xsi:type="dcterms:W3CDTF">2026-01-16T17:52:31Z</dcterms:modified>
</cp:coreProperties>
</file>